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88FAD-A7A9-4228-AA9D-3415F92A7D35}" v="141" dt="2026-07-15T15:07:00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DE755-C33D-4A74-87EF-F43114B2B259}" type="datetimeFigureOut"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807FF-4F69-4630-B56B-5DD46ACDF6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46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0B3D4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B3D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COURSE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database application built with an HTML/CSS/JS front end, a Python REST API, and a relational MySQL database.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732788" cy="420624"/>
          </a:xfrm>
          <a:prstGeom prst="roundRect">
            <a:avLst>
              <a:gd name="adj" fmla="val 50000"/>
            </a:avLst>
          </a:prstGeom>
          <a:solidFill>
            <a:srgbClr val="0B3D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17327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56916" y="3977640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0B3D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6916" y="3977640"/>
            <a:ext cx="1636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94860" y="3977640"/>
            <a:ext cx="772668" cy="420624"/>
          </a:xfrm>
          <a:prstGeom prst="roundRect">
            <a:avLst>
              <a:gd name="adj" fmla="val 50000"/>
            </a:avLst>
          </a:prstGeom>
          <a:solidFill>
            <a:srgbClr val="0B3D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4860" y="3977640"/>
            <a:ext cx="7726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part of the Database Management Systems curriculum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FF7FA-0E56-2454-B63E-FDAB74DDE1C3}"/>
              </a:ext>
            </a:extLst>
          </p:cNvPr>
          <p:cNvSpPr txBox="1"/>
          <p:nvPr/>
        </p:nvSpPr>
        <p:spPr>
          <a:xfrm>
            <a:off x="6440261" y="4399188"/>
            <a:ext cx="55553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NAME : HEMANTH R </a:t>
            </a:r>
          </a:p>
          <a:p>
            <a:r>
              <a:rPr lang="en-US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REG NO :  192521327</a:t>
            </a:r>
          </a:p>
          <a:p>
            <a:r>
              <a:rPr lang="en-US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COURSE : DATABASE MANAGEMENT SYSTEM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3F8F7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library record-keeping is slow and error-prone: books get miscatalogued, due dates are missed, and staff cannot answer “is this book available?” in real time.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replaces paper registers with a database-backed web application that any library staff member can use through a browser.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434840"/>
            <a:ext cx="4572000" cy="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normalized relational schema driving real CRUD operations through a clean web interface.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1371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database schema for books, members, staff, and loans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5328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248716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REST API in Python to handle all catalog and transaction logic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6484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3602736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responsive HTML/CSS/JS interface for search, issue, and return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7640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4718304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data integrity with keys, constraints, and transactions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design keeps the interface, the business logic, and the data cleanly separated.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063240" cy="3017520"/>
          </a:xfrm>
          <a:prstGeom prst="roundRect">
            <a:avLst>
              <a:gd name="adj" fmla="val 3030"/>
            </a:avLst>
          </a:prstGeom>
          <a:solidFill>
            <a:srgbClr val="00A896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219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• CSS3 • JavaScript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044952"/>
            <a:ext cx="260604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search page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8130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return forms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3799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49040" y="32004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26280" y="1965960"/>
            <a:ext cx="3063240" cy="3017520"/>
          </a:xfrm>
          <a:prstGeom prst="roundRect">
            <a:avLst>
              <a:gd name="adj" fmla="val 3030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2219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2624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Flask REST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44952"/>
            <a:ext cx="260604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246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validation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38130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(/books, /loans)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43799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 control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32004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366760" y="1965960"/>
            <a:ext cx="3063240" cy="3017520"/>
          </a:xfrm>
          <a:prstGeom prst="roundRect">
            <a:avLst>
              <a:gd name="adj" fmla="val 3030"/>
            </a:avLst>
          </a:prstGeom>
          <a:solidFill>
            <a:srgbClr val="0B3D40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22219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95360" y="26243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95360" y="3044952"/>
            <a:ext cx="2606040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3246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Members, Staff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95360" y="38130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/ Transactions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0" y="437997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constraints &amp; keys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 left to right; query results and confirmations flow back right to left as JSON.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 of the schema, normalized to third normal form (3NF).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3F8F7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56232"/>
            <a:ext cx="507492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(PK)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5786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87121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163824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45643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3F8F7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600200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856232"/>
            <a:ext cx="507492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002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1600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(PK)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25786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87121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3163824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join_date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0233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3F8F7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023360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79392"/>
            <a:ext cx="507492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0233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(PK)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709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500176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529437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4400" y="5586984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35040" y="40233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3F8F7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023360"/>
            <a:ext cx="5074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0" y="4279392"/>
            <a:ext cx="507492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40233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35040" y="4023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D8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 (PK)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09360" y="4709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(FK)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309360" y="500176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(FK)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09360" y="5294376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309360" y="5586984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309360" y="587959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0" cy="4800600"/>
          </a:xfrm>
          <a:prstGeom prst="roundRect">
            <a:avLst>
              <a:gd name="adj" fmla="val 2286"/>
            </a:avLst>
          </a:prstGeom>
          <a:solidFill>
            <a:srgbClr val="072B33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21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06040" y="2121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953512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0604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Flask (REST API)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366674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547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06040" y="35478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SQL / stored queries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37997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261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06040" y="42611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PyMySQL / mysql-connector-python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509320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9743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06040" y="49743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Postman, phpMyAdmin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8932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21488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23" name="Text 21"/>
          <p:cNvSpPr/>
          <p:nvPr/>
        </p:nvSpPr>
        <p:spPr>
          <a:xfrm>
            <a:off x="658368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staff &amp; member login with role-based access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89320" y="292608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926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26" name="Text 24"/>
          <p:cNvSpPr/>
          <p:nvPr/>
        </p:nvSpPr>
        <p:spPr>
          <a:xfrm>
            <a:off x="6583680" y="28803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catalog search and availability lookup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989320" y="370332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3703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29" name="Text 27"/>
          <p:cNvSpPr/>
          <p:nvPr/>
        </p:nvSpPr>
        <p:spPr>
          <a:xfrm>
            <a:off x="6583680" y="36576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book issue and return workflow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989320" y="448056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4480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32" name="Text 30"/>
          <p:cNvSpPr/>
          <p:nvPr/>
        </p:nvSpPr>
        <p:spPr>
          <a:xfrm>
            <a:off x="6583680" y="44348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due-date and fine calculation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989320" y="525780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5257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44" dirty="0"/>
          </a:p>
        </p:txBody>
      </p:sp>
      <p:sp>
        <p:nvSpPr>
          <p:cNvPr id="35" name="Text 33"/>
          <p:cNvSpPr/>
          <p:nvPr/>
        </p:nvSpPr>
        <p:spPr>
          <a:xfrm>
            <a:off x="6583680" y="52120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usage reports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book-issue request moves through the system,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" y="2194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33272" y="2761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30906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or staff signs in through the HTML login page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70632" y="27157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26664" y="2194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18104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63824" y="2761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63824" y="30906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the Flask /books API to check availability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01184" y="27157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57216" y="2194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94376" y="2761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94376" y="30906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rules and inserts a new Loan record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31736" y="27157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87768" y="2194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00A896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79208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24928" y="2761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24928" y="30906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updates copies_available and loan due date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62288" y="2715768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18320" y="219456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B3D4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09760" y="22677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55480" y="2761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55480" y="30906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renders a confirmation on the page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6112" y="4251960"/>
            <a:ext cx="10396728" cy="914400"/>
          </a:xfrm>
          <a:prstGeom prst="roundRect">
            <a:avLst>
              <a:gd name="adj" fmla="val 10000"/>
            </a:avLst>
          </a:prstGeom>
          <a:solidFill>
            <a:srgbClr val="F3F8F7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0432" y="4251960"/>
            <a:ext cx="9848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to the database runs inside a transaction, so a failed update never leaves book counts or loan records inconsistent.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754880"/>
            <a:ext cx="3840480" cy="3840480"/>
          </a:xfrm>
          <a:prstGeom prst="ellipse">
            <a:avLst/>
          </a:prstGeom>
          <a:solidFill>
            <a:srgbClr val="0B3D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842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470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working 3-tier app: HTML/CSS/JS client, Python/Flask API, MySQL store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52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157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core DBMS concepts — normalization, keys, constraints, transactions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7216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5844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end-to-end CRUD flow from browser form to persisted row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0" y="1600200"/>
            <a:ext cx="0" cy="4206240"/>
          </a:xfrm>
          <a:prstGeom prst="line">
            <a:avLst/>
          </a:prstGeom>
          <a:noFill/>
          <a:ln w="19050">
            <a:solidFill>
              <a:srgbClr val="0B3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508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98424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8470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fine-payment and email/SMS due-date reminders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2852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7157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cloud-hosted MySQL instance with automated backups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7216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5844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analytics dashboard for most-borrowed titles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59028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4531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mobile-friendly PWA front end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22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D46E03-B685-EF47-454C-83C318D95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373" y="1289713"/>
            <a:ext cx="4094328" cy="40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1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21</cp:revision>
  <dcterms:created xsi:type="dcterms:W3CDTF">2026-07-15T15:01:22Z</dcterms:created>
  <dcterms:modified xsi:type="dcterms:W3CDTF">2026-07-15T15:07:53Z</dcterms:modified>
</cp:coreProperties>
</file>